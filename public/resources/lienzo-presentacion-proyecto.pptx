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6949440" y="640080"/>
            <a:ext cx="4572000" cy="4572000"/>
          </a:xfrm>
          <a:prstGeom prst="arc">
            <a:avLst/>
          </a:prstGeom>
          <a:noFill/>
          <a:ln w="127000">
            <a:solidFill>
              <a:srgbClr val="33A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8046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EL AGUA QUE</a:t>
            </a:r>
            <a:br/>
            <a:r>
              <a:t>COMPARTIMOS</a:t>
            </a:r>
          </a:p>
          <a:p>
            <a:pPr>
              <a:defRPr sz="2000">
                <a:solidFill>
                  <a:srgbClr val="B4DCEB"/>
                </a:solidFill>
              </a:defRPr>
            </a:pPr>
            <a:r>
              <a:t>Lienzo editable para presentar un proyecto comunitario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Equipo Agua Clara · Escuela 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6FA8"/>
                </a:solidFill>
              </a:defRPr>
            </a:pPr>
            <a:r>
              <a:t>1 · NUESTRA PREGUNTA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¿Qué queríamos comprender?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Escriban la pregunta local, por qué importa y qué observaron al inicio.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Pregunta guía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¿Cómo ha cambiado el agua del arroyo y qué podemos hacer para cuidarla juntos?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9432" y="2240280"/>
            <a:ext cx="329184" cy="329184"/>
          </a:xfrm>
          <a:prstGeom prst="ellipse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Contexto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El arroyo atraviesa la comunidad y cambia según la temporada.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9871" y="2240280"/>
            <a:ext cx="329184" cy="329184"/>
          </a:xfrm>
          <a:prstGeom prst="ellipse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Voces iniciales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Familias, estudiantes y personas mayores compartieron sus primeras ideas.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61556"/>
                </a:solidFill>
              </a:defRPr>
            </a:pPr>
            <a:r>
              <a:t>2 · CÓMO INVESTIGAMOS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Cuatro lentes conectadas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Muestren cómo participaron los campos formativos.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224028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76272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Lenguajes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Entrevistas, relatos y vocabulario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224028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Saberes y pensamiento científico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Observaciones, mediciones y comparaciones.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393192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867911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Ética, naturaleza y sociedades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Mapa del territorio, riesgos y responsabilidades.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0332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393192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867911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De lo humano y lo comunitario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Acuerdos, colaboración y cuidado mutuo.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168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8148"/>
                </a:solidFill>
              </a:defRPr>
            </a:pPr>
            <a:r>
              <a:t>3 · EVIDENCIAS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Lo que vimos, medimos y escuchamos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Agreguen fotografías, dibujos, tablas o fragmentos de audio.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168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Fotografías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Incluyan fecha, lugar y qué demuestra cada imagen.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9432" y="2240280"/>
            <a:ext cx="329184" cy="329184"/>
          </a:xfrm>
          <a:prstGeom prst="ellipse">
            <a:avLst/>
          </a:prstGeom>
          <a:solidFill>
            <a:srgbClr val="168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Datos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Comparen al menos dos puntos o momentos.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9871" y="2240280"/>
            <a:ext cx="329184" cy="329184"/>
          </a:xfrm>
          <a:prstGeom prst="ellipse">
            <a:avLst/>
          </a:prstGeom>
          <a:solidFill>
            <a:srgbClr val="168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Relatos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Elijan una idea relevante de la entrevista.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D76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7681E"/>
                </a:solidFill>
              </a:defRPr>
            </a:pPr>
            <a:r>
              <a:t>4 · HALLAZGOS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Lo más importante que descubrimos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Expliquen patrones, cambios y preguntas nuevas.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D76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Hallazgo 1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9432" y="2240280"/>
            <a:ext cx="329184" cy="329184"/>
          </a:xfrm>
          <a:prstGeom prst="ellipse">
            <a:avLst/>
          </a:prstGeom>
          <a:solidFill>
            <a:srgbClr val="D76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Hallazgo 2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9871" y="2240280"/>
            <a:ext cx="329184" cy="329184"/>
          </a:xfrm>
          <a:prstGeom prst="ellipse">
            <a:avLst/>
          </a:prstGeom>
          <a:solidFill>
            <a:srgbClr val="D76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Hallazgo 3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33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A6A3"/>
                </a:solidFill>
              </a:defRPr>
            </a:pPr>
            <a:r>
              <a:t>5 · NUESTRA ACCIÓN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Del hallazgo a una mejora posible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Describan qué hicieron, con quiénes y por qué.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33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Acción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Jornada comunitaria para cuidar el arroyo y reducir desperdicios.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9432" y="2240280"/>
            <a:ext cx="329184" cy="329184"/>
          </a:xfrm>
          <a:prstGeom prst="ellipse">
            <a:avLst/>
          </a:prstGeom>
          <a:solidFill>
            <a:srgbClr val="33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Participantes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Estudiantes, familias, docentes y personas de la comunidad.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9871" y="2240280"/>
            <a:ext cx="329184" cy="329184"/>
          </a:xfrm>
          <a:prstGeom prst="ellipse">
            <a:avLst/>
          </a:prstGeom>
          <a:solidFill>
            <a:srgbClr val="33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Acuerdo principal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6FA8"/>
                </a:solidFill>
              </a:defRPr>
            </a:pPr>
            <a:r>
              <a:t>6 · LO QUE CAMBIÓ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Resultados y aprendizajes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Comparen el antes y el después con evidencias.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Cambio observado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9432" y="2240280"/>
            <a:ext cx="329184" cy="329184"/>
          </a:xfrm>
          <a:prstGeom prst="ellipse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Evidencia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9871" y="2240280"/>
            <a:ext cx="329184" cy="329184"/>
          </a:xfrm>
          <a:prstGeom prst="ellipse">
            <a:avLst/>
          </a:prstGeom>
          <a:solidFill>
            <a:srgbClr val="0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Lo que todavía falta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1188720"/>
          </a:xfrm>
          <a:prstGeom prst="rect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61556"/>
                </a:solidFill>
              </a:defRPr>
            </a:pPr>
            <a:r>
              <a:t>7 · INVITACIÓN</a:t>
            </a:r>
          </a:p>
          <a:p>
            <a:pPr>
              <a:defRPr sz="3000" b="1">
                <a:solidFill>
                  <a:srgbClr val="002544"/>
                </a:solidFill>
              </a:defRPr>
            </a:pPr>
            <a:r>
              <a:t>¿Qué puede hacer la comunidad?</a:t>
            </a:r>
          </a:p>
          <a:p>
            <a:pPr>
              <a:defRPr sz="1400">
                <a:solidFill>
                  <a:srgbClr val="5B717F"/>
                </a:solidFill>
              </a:defRPr>
            </a:pPr>
            <a:r>
              <a:t>Cierren con acciones sencillas y un compromiso compartido.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En casa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9432" y="224028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En la escuela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520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9871" y="2240280"/>
            <a:ext cx="329184" cy="329184"/>
          </a:xfrm>
          <a:prstGeom prst="ellipse">
            <a:avLst/>
          </a:prstGeom>
          <a:solidFill>
            <a:srgbClr val="A61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606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544"/>
                </a:solidFill>
              </a:defRPr>
            </a:pPr>
            <a:r>
              <a:t>En la comunidad</a:t>
            </a:r>
          </a:p>
          <a:p>
            <a:pPr>
              <a:defRPr sz="1100">
                <a:solidFill>
                  <a:srgbClr val="5B717F"/>
                </a:solidFill>
              </a:defRPr>
            </a:pPr>
            <a:r>
              <a:t>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717F"/>
                </a:solidFill>
              </a:defRPr>
            </a:pPr>
            <a:r>
              <a:t>Mapa Vivo del Agua · Equipo Agua Clara                                  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